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3475287fbcd41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Relationship Type="http://schemas.openxmlformats.org/officeDocument/2006/relationships/theme" Target="/ppt/slideLayouts/slideMasters/theme/theme1.xml" Id="rI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Layouts/slideMasters/theme/theme1.xml" Id="rId5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Lorem ipsum</a:t>
            </a:r>
          </a:p>
        </p:txBody>
      </p:sp>
      <p:sp>
        <p:nvSpPr>
          <p:cNvPr id="3" name="Body"/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8229600" cy="320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/>
              <a:t>Dolor sit amet, consectetur adipiscing elit.</a:t>
            </a:r>
          </a:p>
        </p:txBody>
      </p:sp>
    </p:spTree>
  </p:cSld>
  <p:clrMapOvr>
    <a:masterClrMapping xmlns:a="http://schemas.openxmlformats.org/drawingml/2006/main"/>
  </p:clrMapOvr>
</p:sld>
</file>